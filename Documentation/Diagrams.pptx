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5EB460C-2C5D-6E9D-F273-B9EBB0A37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01FB901A-DEFA-B9E3-C5D6-3F13C234E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894A13E-C22A-8E3F-AB7D-E770DF9CC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4C40E-0E0E-47BE-959F-CB519262CA8C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1830640-D779-A794-2ECC-329A012E0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FB0EE14-EF43-4AF0-D05E-4B0CA45FD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91889-EC7A-4EFC-871C-6F3979C7219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51756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71E6095-D264-A05E-D017-9AB1A053C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AE65667-CA04-8C4D-F59E-155B57C26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5F77AFE-F44B-AF46-F93C-BB7625C7C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4C40E-0E0E-47BE-959F-CB519262CA8C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018498D-D269-7858-30A7-83A0A4DB6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9FA7EB8-2724-7E9C-9C58-D3489120F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91889-EC7A-4EFC-871C-6F3979C7219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52316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6FDFABF-9578-4B43-7940-A972FB5AD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465AC6B-AAB6-D3D7-10C3-566AEDB545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42D76C3-1D0C-E80A-02EE-23846AD5E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4C40E-0E0E-47BE-959F-CB519262CA8C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2277509-C72F-6A70-1CF9-FC833FADD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5B30C1D-77B9-D596-24F5-BFB9EB7A8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91889-EC7A-4EFC-871C-6F3979C7219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83750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A0C3DA0-0395-24C0-A0F2-14FAC41AA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AEBF62A-3DE9-6EF8-00F2-94DA41E61C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224D2CC1-62C9-070C-75D7-6CC53FA2B6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2B5E0779-5925-D018-823C-74C1A76DE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4C40E-0E0E-47BE-959F-CB519262CA8C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B57FDF9-4C9C-7231-F0FF-3E54E21B4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D316981-F8C5-4703-B1E7-B5E4764E9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91889-EC7A-4EFC-871C-6F3979C7219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6751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17112D-2B41-22F3-8833-1303CCD19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E396103C-8D39-F734-145E-053DC4378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5FCB6982-11D3-FD44-018A-13AE92C7E8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AE5B6CE7-A794-B97A-4291-F26B02395C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0DD461CF-1FB3-50DB-0638-E0196DD79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BABC5D82-FA6D-0925-3C37-51D746485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4C40E-0E0E-47BE-959F-CB519262CA8C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2A53D8A1-5B75-A6D9-BF47-8F526BF27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B22DA246-757B-C84A-D908-248CA5F37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91889-EC7A-4EFC-871C-6F3979C7219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88467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CD86B0C-328D-D222-47A8-67BCD0F11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D5FBB070-EB78-25CD-3F32-F8222A124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4C40E-0E0E-47BE-959F-CB519262CA8C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6152DD5-F72A-25DE-407F-B82D16FA9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15210E44-1E1C-5CF8-6DBE-C60A570EE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91889-EC7A-4EFC-871C-6F3979C7219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44468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647C323D-409B-9436-159A-12F0816FE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4C40E-0E0E-47BE-959F-CB519262CA8C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91CA21E5-B7EE-47CD-3EE0-8D079E1B0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007E0F45-FF70-ECEA-854B-D02B09B6E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91889-EC7A-4EFC-871C-6F3979C7219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33866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A81BA0A-9FAE-38E8-6DE4-CE4F51FE6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55EC5A7-4E63-AE85-9AA7-FC91CFB6F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756A3602-B544-7C70-D906-3BA114608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C5B1B900-EAA4-2C62-DBEC-EA11138B5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4C40E-0E0E-47BE-959F-CB519262CA8C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5984A943-C030-1A18-FB84-33624FBA5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8A24F66A-DE8C-F85B-10DF-91AFB0DCD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91889-EC7A-4EFC-871C-6F3979C7219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1626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E15C4D7-9F4E-AEDB-6EA5-E6E9EB70B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7A564D46-4258-D776-2C84-CF4AE52779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3C79C8D-0830-8951-E7ED-284DC32C7A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8CC8E8C1-8D4F-FAB5-5DF7-AD518EDE8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4C40E-0E0E-47BE-959F-CB519262CA8C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8B7B646-FE00-6E4F-C8A0-96905272F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D82C6329-D238-2160-4BCB-38E3BCBF1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91889-EC7A-4EFC-871C-6F3979C7219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05606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CF337BD-177C-B18D-81A9-6EBEA1F14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A7E9AE2-2CC5-3DFF-794F-FBF96174A8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AB9E1F7-4C01-5C26-ADE8-7CF7873C1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4C40E-0E0E-47BE-959F-CB519262CA8C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CE8EAF8-51D0-4E38-E245-60A66A6AE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2F56BFC-2DC4-4BD7-1DCE-58FB678F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91889-EC7A-4EFC-871C-6F3979C7219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787049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110DCC8E-3035-F1B1-FF68-C20791E54C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592708C-DC5C-212D-00FA-7E5B920E96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B664AAA-D0DC-2519-AFE0-8FF7177B6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4C40E-0E0E-47BE-959F-CB519262CA8C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8E1268C-D4EB-2CBB-C4A4-CAE47DF7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B219F20-22F5-E6EE-1966-076D0B698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91889-EC7A-4EFC-871C-6F3979C7219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76161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CAF5ABC3-A67C-BDCF-D3BE-A795D5159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2210B38B-65EF-6FAB-AFBC-F1A072C470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E10EF3B-D61D-E633-7E31-51618C3A49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E4C40E-0E0E-47BE-959F-CB519262CA8C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A9D8233-EA42-6E33-D56E-9753FF34D7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01DC124-99A6-8542-B856-5A4DF04356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791889-EC7A-4EFC-871C-6F3979C7219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3010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21B1E6A1-4FEA-496D-795E-F22C609DC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311" y="271022"/>
            <a:ext cx="6649378" cy="6315956"/>
          </a:xfrm>
          <a:prstGeom prst="rect">
            <a:avLst/>
          </a:prstGeom>
        </p:spPr>
      </p:pic>
      <p:cxnSp>
        <p:nvCxnSpPr>
          <p:cNvPr id="7" name="Łącznik prosty ze strzałką 6">
            <a:extLst>
              <a:ext uri="{FF2B5EF4-FFF2-40B4-BE49-F238E27FC236}">
                <a16:creationId xmlns:a16="http://schemas.microsoft.com/office/drawing/2014/main" id="{57A6926E-533D-8ED1-D795-402AA974C58C}"/>
              </a:ext>
            </a:extLst>
          </p:cNvPr>
          <p:cNvCxnSpPr>
            <a:cxnSpLocks/>
          </p:cNvCxnSpPr>
          <p:nvPr/>
        </p:nvCxnSpPr>
        <p:spPr>
          <a:xfrm flipH="1">
            <a:off x="6496050" y="1662939"/>
            <a:ext cx="10751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Łącznik prosty ze strzałką 8">
            <a:extLst>
              <a:ext uri="{FF2B5EF4-FFF2-40B4-BE49-F238E27FC236}">
                <a16:creationId xmlns:a16="http://schemas.microsoft.com/office/drawing/2014/main" id="{AD2E248C-CC1C-35ED-972A-1B52658693CF}"/>
              </a:ext>
            </a:extLst>
          </p:cNvPr>
          <p:cNvCxnSpPr>
            <a:cxnSpLocks/>
          </p:cNvCxnSpPr>
          <p:nvPr/>
        </p:nvCxnSpPr>
        <p:spPr>
          <a:xfrm flipH="1">
            <a:off x="8825336" y="4491609"/>
            <a:ext cx="729703" cy="77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Łącznik prosty ze strzałką 10">
            <a:extLst>
              <a:ext uri="{FF2B5EF4-FFF2-40B4-BE49-F238E27FC236}">
                <a16:creationId xmlns:a16="http://schemas.microsoft.com/office/drawing/2014/main" id="{87AAB649-C199-106D-E519-EECE92E8B3D1}"/>
              </a:ext>
            </a:extLst>
          </p:cNvPr>
          <p:cNvCxnSpPr>
            <a:cxnSpLocks/>
          </p:cNvCxnSpPr>
          <p:nvPr/>
        </p:nvCxnSpPr>
        <p:spPr>
          <a:xfrm flipV="1">
            <a:off x="2184824" y="3305556"/>
            <a:ext cx="1712976" cy="369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Łącznik prosty ze strzałką 13">
            <a:extLst>
              <a:ext uri="{FF2B5EF4-FFF2-40B4-BE49-F238E27FC236}">
                <a16:creationId xmlns:a16="http://schemas.microsoft.com/office/drawing/2014/main" id="{40F7D60B-5C15-9435-DA2C-1CB1E9CBBAC9}"/>
              </a:ext>
            </a:extLst>
          </p:cNvPr>
          <p:cNvCxnSpPr>
            <a:cxnSpLocks/>
          </p:cNvCxnSpPr>
          <p:nvPr/>
        </p:nvCxnSpPr>
        <p:spPr>
          <a:xfrm flipH="1">
            <a:off x="5605272" y="3291840"/>
            <a:ext cx="2198793" cy="10881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Łącznik prosty ze strzałką 16">
            <a:extLst>
              <a:ext uri="{FF2B5EF4-FFF2-40B4-BE49-F238E27FC236}">
                <a16:creationId xmlns:a16="http://schemas.microsoft.com/office/drawing/2014/main" id="{DA957CBF-81E7-BE76-A302-5AF6CA3921C5}"/>
              </a:ext>
            </a:extLst>
          </p:cNvPr>
          <p:cNvCxnSpPr/>
          <p:nvPr/>
        </p:nvCxnSpPr>
        <p:spPr>
          <a:xfrm flipH="1">
            <a:off x="6096000" y="3282696"/>
            <a:ext cx="1712976" cy="73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3817383E-703B-8ED6-7087-BDCB05BB195E}"/>
              </a:ext>
            </a:extLst>
          </p:cNvPr>
          <p:cNvCxnSpPr>
            <a:cxnSpLocks/>
          </p:cNvCxnSpPr>
          <p:nvPr/>
        </p:nvCxnSpPr>
        <p:spPr>
          <a:xfrm>
            <a:off x="2587752" y="2286000"/>
            <a:ext cx="1464781" cy="797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Łącznik prosty ze strzałką 21">
            <a:extLst>
              <a:ext uri="{FF2B5EF4-FFF2-40B4-BE49-F238E27FC236}">
                <a16:creationId xmlns:a16="http://schemas.microsoft.com/office/drawing/2014/main" id="{C5F9CE22-E498-8A35-D1CE-EC17B3AC404F}"/>
              </a:ext>
            </a:extLst>
          </p:cNvPr>
          <p:cNvCxnSpPr>
            <a:cxnSpLocks/>
          </p:cNvCxnSpPr>
          <p:nvPr/>
        </p:nvCxnSpPr>
        <p:spPr>
          <a:xfrm flipV="1">
            <a:off x="2822175" y="3694176"/>
            <a:ext cx="1593605" cy="7791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Łącznik prosty ze strzałką 25">
            <a:extLst>
              <a:ext uri="{FF2B5EF4-FFF2-40B4-BE49-F238E27FC236}">
                <a16:creationId xmlns:a16="http://schemas.microsoft.com/office/drawing/2014/main" id="{749807F4-87A6-238A-A380-5FC3FA30DB4B}"/>
              </a:ext>
            </a:extLst>
          </p:cNvPr>
          <p:cNvCxnSpPr>
            <a:cxnSpLocks/>
          </p:cNvCxnSpPr>
          <p:nvPr/>
        </p:nvCxnSpPr>
        <p:spPr>
          <a:xfrm>
            <a:off x="3831336" y="5400163"/>
            <a:ext cx="8602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Łącznik prosty ze strzałką 26">
            <a:extLst>
              <a:ext uri="{FF2B5EF4-FFF2-40B4-BE49-F238E27FC236}">
                <a16:creationId xmlns:a16="http://schemas.microsoft.com/office/drawing/2014/main" id="{FD007F12-7342-059B-FD2F-5646B5BA9038}"/>
              </a:ext>
            </a:extLst>
          </p:cNvPr>
          <p:cNvCxnSpPr>
            <a:cxnSpLocks/>
          </p:cNvCxnSpPr>
          <p:nvPr/>
        </p:nvCxnSpPr>
        <p:spPr>
          <a:xfrm flipH="1" flipV="1">
            <a:off x="5980176" y="4850832"/>
            <a:ext cx="3210011" cy="251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Łącznik prosty ze strzałką 30">
            <a:extLst>
              <a:ext uri="{FF2B5EF4-FFF2-40B4-BE49-F238E27FC236}">
                <a16:creationId xmlns:a16="http://schemas.microsoft.com/office/drawing/2014/main" id="{4B17EF4D-2234-3F73-7D39-C1C8A93CE603}"/>
              </a:ext>
            </a:extLst>
          </p:cNvPr>
          <p:cNvCxnSpPr>
            <a:cxnSpLocks/>
          </p:cNvCxnSpPr>
          <p:nvPr/>
        </p:nvCxnSpPr>
        <p:spPr>
          <a:xfrm flipH="1">
            <a:off x="8307324" y="5638925"/>
            <a:ext cx="7955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Łącznik prosty ze strzałką 32">
            <a:extLst>
              <a:ext uri="{FF2B5EF4-FFF2-40B4-BE49-F238E27FC236}">
                <a16:creationId xmlns:a16="http://schemas.microsoft.com/office/drawing/2014/main" id="{DFA66CB4-8FBB-023F-A213-C6D62B2DC479}"/>
              </a:ext>
            </a:extLst>
          </p:cNvPr>
          <p:cNvCxnSpPr>
            <a:cxnSpLocks/>
          </p:cNvCxnSpPr>
          <p:nvPr/>
        </p:nvCxnSpPr>
        <p:spPr>
          <a:xfrm flipH="1">
            <a:off x="5239512" y="2361438"/>
            <a:ext cx="1712976" cy="1474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pole tekstowe 40">
            <a:extLst>
              <a:ext uri="{FF2B5EF4-FFF2-40B4-BE49-F238E27FC236}">
                <a16:creationId xmlns:a16="http://schemas.microsoft.com/office/drawing/2014/main" id="{D406AC91-83CB-CFBA-860F-B2BA2CD514C8}"/>
              </a:ext>
            </a:extLst>
          </p:cNvPr>
          <p:cNvSpPr txBox="1"/>
          <p:nvPr/>
        </p:nvSpPr>
        <p:spPr>
          <a:xfrm>
            <a:off x="7804065" y="1478273"/>
            <a:ext cx="1885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 err="1"/>
              <a:t>Rotating</a:t>
            </a:r>
            <a:r>
              <a:rPr lang="pl-PL" dirty="0"/>
              <a:t> </a:t>
            </a:r>
            <a:r>
              <a:rPr lang="pl-PL" dirty="0" err="1"/>
              <a:t>first</a:t>
            </a:r>
            <a:r>
              <a:rPr lang="pl-PL" dirty="0"/>
              <a:t> </a:t>
            </a:r>
            <a:r>
              <a:rPr lang="pl-PL" dirty="0" err="1"/>
              <a:t>axis</a:t>
            </a:r>
            <a:endParaRPr lang="pl-PL" dirty="0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B2B3095A-BB21-CE26-D863-F892D0A7A03D}"/>
              </a:ext>
            </a:extLst>
          </p:cNvPr>
          <p:cNvSpPr txBox="1"/>
          <p:nvPr/>
        </p:nvSpPr>
        <p:spPr>
          <a:xfrm>
            <a:off x="6952488" y="2088889"/>
            <a:ext cx="3258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 err="1"/>
              <a:t>Hollow</a:t>
            </a:r>
            <a:r>
              <a:rPr lang="pl-PL" dirty="0"/>
              <a:t> </a:t>
            </a:r>
            <a:r>
              <a:rPr lang="pl-PL" dirty="0" err="1"/>
              <a:t>shaft</a:t>
            </a:r>
            <a:r>
              <a:rPr lang="pl-PL" dirty="0"/>
              <a:t> for routing cables </a:t>
            </a:r>
          </a:p>
        </p:txBody>
      </p:sp>
      <p:sp>
        <p:nvSpPr>
          <p:cNvPr id="44" name="pole tekstowe 43">
            <a:extLst>
              <a:ext uri="{FF2B5EF4-FFF2-40B4-BE49-F238E27FC236}">
                <a16:creationId xmlns:a16="http://schemas.microsoft.com/office/drawing/2014/main" id="{C8CE2419-CC5D-E693-3D49-BAA09A79DCB0}"/>
              </a:ext>
            </a:extLst>
          </p:cNvPr>
          <p:cNvSpPr txBox="1"/>
          <p:nvPr/>
        </p:nvSpPr>
        <p:spPr>
          <a:xfrm>
            <a:off x="7899982" y="3083433"/>
            <a:ext cx="181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Rolling </a:t>
            </a:r>
            <a:r>
              <a:rPr lang="pl-PL" dirty="0" err="1"/>
              <a:t>bearings</a:t>
            </a:r>
            <a:r>
              <a:rPr lang="pl-PL" dirty="0"/>
              <a:t> </a:t>
            </a:r>
          </a:p>
        </p:txBody>
      </p:sp>
      <p:sp>
        <p:nvSpPr>
          <p:cNvPr id="45" name="pole tekstowe 44">
            <a:extLst>
              <a:ext uri="{FF2B5EF4-FFF2-40B4-BE49-F238E27FC236}">
                <a16:creationId xmlns:a16="http://schemas.microsoft.com/office/drawing/2014/main" id="{86007CC9-0779-24A5-8A69-5AB314218400}"/>
              </a:ext>
            </a:extLst>
          </p:cNvPr>
          <p:cNvSpPr txBox="1"/>
          <p:nvPr/>
        </p:nvSpPr>
        <p:spPr>
          <a:xfrm>
            <a:off x="1694468" y="1916668"/>
            <a:ext cx="1346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Magnet slot</a:t>
            </a:r>
          </a:p>
        </p:txBody>
      </p:sp>
      <p:sp>
        <p:nvSpPr>
          <p:cNvPr id="51" name="pole tekstowe 50">
            <a:extLst>
              <a:ext uri="{FF2B5EF4-FFF2-40B4-BE49-F238E27FC236}">
                <a16:creationId xmlns:a16="http://schemas.microsoft.com/office/drawing/2014/main" id="{37D5563F-497F-1A75-67E6-667814521E6B}"/>
              </a:ext>
            </a:extLst>
          </p:cNvPr>
          <p:cNvSpPr txBox="1"/>
          <p:nvPr/>
        </p:nvSpPr>
        <p:spPr>
          <a:xfrm>
            <a:off x="92210" y="3616148"/>
            <a:ext cx="25873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Hall-</a:t>
            </a:r>
            <a:r>
              <a:rPr lang="pl-PL" dirty="0" err="1"/>
              <a:t>effect</a:t>
            </a:r>
            <a:r>
              <a:rPr lang="pl-PL" dirty="0"/>
              <a:t> sensor slot with tunel for routing cables</a:t>
            </a:r>
          </a:p>
        </p:txBody>
      </p:sp>
      <p:sp>
        <p:nvSpPr>
          <p:cNvPr id="53" name="pole tekstowe 52">
            <a:extLst>
              <a:ext uri="{FF2B5EF4-FFF2-40B4-BE49-F238E27FC236}">
                <a16:creationId xmlns:a16="http://schemas.microsoft.com/office/drawing/2014/main" id="{8D3BCBD8-D2BF-2CF6-E77A-D95B44766E35}"/>
              </a:ext>
            </a:extLst>
          </p:cNvPr>
          <p:cNvSpPr txBox="1"/>
          <p:nvPr/>
        </p:nvSpPr>
        <p:spPr>
          <a:xfrm>
            <a:off x="1346617" y="4509778"/>
            <a:ext cx="1694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 err="1"/>
              <a:t>Needle</a:t>
            </a:r>
            <a:r>
              <a:rPr lang="pl-PL" dirty="0"/>
              <a:t> </a:t>
            </a:r>
            <a:r>
              <a:rPr lang="pl-PL" dirty="0" err="1"/>
              <a:t>bearing</a:t>
            </a:r>
            <a:endParaRPr lang="pl-PL" dirty="0"/>
          </a:p>
        </p:txBody>
      </p:sp>
      <p:sp>
        <p:nvSpPr>
          <p:cNvPr id="54" name="pole tekstowe 53">
            <a:extLst>
              <a:ext uri="{FF2B5EF4-FFF2-40B4-BE49-F238E27FC236}">
                <a16:creationId xmlns:a16="http://schemas.microsoft.com/office/drawing/2014/main" id="{7279AEDC-8717-539A-5F65-01482D2121D5}"/>
              </a:ext>
            </a:extLst>
          </p:cNvPr>
          <p:cNvSpPr txBox="1"/>
          <p:nvPr/>
        </p:nvSpPr>
        <p:spPr>
          <a:xfrm>
            <a:off x="2367210" y="5215497"/>
            <a:ext cx="974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Slip ring</a:t>
            </a:r>
          </a:p>
        </p:txBody>
      </p:sp>
      <p:sp>
        <p:nvSpPr>
          <p:cNvPr id="59" name="pole tekstowe 58">
            <a:extLst>
              <a:ext uri="{FF2B5EF4-FFF2-40B4-BE49-F238E27FC236}">
                <a16:creationId xmlns:a16="http://schemas.microsoft.com/office/drawing/2014/main" id="{8F1C9AA1-7520-8590-B018-A00093A2ECE6}"/>
              </a:ext>
            </a:extLst>
          </p:cNvPr>
          <p:cNvSpPr txBox="1"/>
          <p:nvPr/>
        </p:nvSpPr>
        <p:spPr>
          <a:xfrm>
            <a:off x="9102852" y="5475333"/>
            <a:ext cx="1617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 err="1"/>
              <a:t>Stepper</a:t>
            </a:r>
            <a:r>
              <a:rPr lang="pl-PL" dirty="0"/>
              <a:t> motor</a:t>
            </a:r>
          </a:p>
        </p:txBody>
      </p:sp>
      <p:sp>
        <p:nvSpPr>
          <p:cNvPr id="60" name="pole tekstowe 59">
            <a:extLst>
              <a:ext uri="{FF2B5EF4-FFF2-40B4-BE49-F238E27FC236}">
                <a16:creationId xmlns:a16="http://schemas.microsoft.com/office/drawing/2014/main" id="{753D8528-D5ED-2467-EB28-5F30B952DD54}"/>
              </a:ext>
            </a:extLst>
          </p:cNvPr>
          <p:cNvSpPr txBox="1"/>
          <p:nvPr/>
        </p:nvSpPr>
        <p:spPr>
          <a:xfrm>
            <a:off x="9261771" y="4917686"/>
            <a:ext cx="2180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Hole for </a:t>
            </a:r>
            <a:r>
              <a:rPr lang="pl-PL" dirty="0" err="1"/>
              <a:t>brass</a:t>
            </a:r>
            <a:r>
              <a:rPr lang="pl-PL" dirty="0"/>
              <a:t> insert</a:t>
            </a:r>
          </a:p>
        </p:txBody>
      </p:sp>
    </p:spTree>
    <p:extLst>
      <p:ext uri="{BB962C8B-B14F-4D97-AF65-F5344CB8AC3E}">
        <p14:creationId xmlns:p14="http://schemas.microsoft.com/office/powerpoint/2010/main" val="4204639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 descr="Obraz zawierający kreskówka&#10;&#10;Zawartość wygenerowana przez AI może być niepoprawna.">
            <a:extLst>
              <a:ext uri="{FF2B5EF4-FFF2-40B4-BE49-F238E27FC236}">
                <a16:creationId xmlns:a16="http://schemas.microsoft.com/office/drawing/2014/main" id="{827C28AD-A3C5-ED84-4652-51C67A75D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462" y="847724"/>
            <a:ext cx="7302871" cy="543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809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8DA7614-64E2-3DE4-069E-250CA80B0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10" name="Symbol zastępczy zawartości 9" descr="Obraz zawierający rysowanie, szkic, zabawka, kreskówka&#10;&#10;Zawartość wygenerowana przez AI może być niepoprawna.">
            <a:extLst>
              <a:ext uri="{FF2B5EF4-FFF2-40B4-BE49-F238E27FC236}">
                <a16:creationId xmlns:a16="http://schemas.microsoft.com/office/drawing/2014/main" id="{ED0121EE-6FE6-1ABB-055F-2FB0E4AE93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18187" y="1825625"/>
            <a:ext cx="4555625" cy="4351338"/>
          </a:xfrm>
          <a:prstGeom prst="rect">
            <a:avLst/>
          </a:prstGeom>
        </p:spPr>
      </p:pic>
      <p:pic>
        <p:nvPicPr>
          <p:cNvPr id="5" name="Obraz 4" descr="Obraz zawierający zabawka, rysowanie, kreskówka&#10;&#10;Zawartość wygenerowana przez AI może być niepoprawna.">
            <a:extLst>
              <a:ext uri="{FF2B5EF4-FFF2-40B4-BE49-F238E27FC236}">
                <a16:creationId xmlns:a16="http://schemas.microsoft.com/office/drawing/2014/main" id="{AD688AD0-70AF-E939-3BB8-BB4B08EC29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450" y="1323975"/>
            <a:ext cx="5052457" cy="4952999"/>
          </a:xfrm>
          <a:prstGeom prst="rect">
            <a:avLst/>
          </a:prstGeom>
        </p:spPr>
      </p:pic>
      <p:pic>
        <p:nvPicPr>
          <p:cNvPr id="6" name="Obraz 5" descr="Obraz zawierający zabawka, rysowanie, kreskówka, szkic&#10;&#10;Zawartość wygenerowana przez AI może być niepoprawna.">
            <a:extLst>
              <a:ext uri="{FF2B5EF4-FFF2-40B4-BE49-F238E27FC236}">
                <a16:creationId xmlns:a16="http://schemas.microsoft.com/office/drawing/2014/main" id="{F9C2EE2B-E569-34D2-CD64-21B79BFA6D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101" y="242786"/>
            <a:ext cx="5195949" cy="3886201"/>
          </a:xfrm>
          <a:prstGeom prst="rect">
            <a:avLst/>
          </a:prstGeom>
        </p:spPr>
      </p:pic>
      <p:pic>
        <p:nvPicPr>
          <p:cNvPr id="8" name="Obraz 7" descr="Obraz zawierający rysowanie, zabawka, szkic, kreskówka&#10;&#10;Zawartość wygenerowana przez AI może być niepoprawna.">
            <a:extLst>
              <a:ext uri="{FF2B5EF4-FFF2-40B4-BE49-F238E27FC236}">
                <a16:creationId xmlns:a16="http://schemas.microsoft.com/office/drawing/2014/main" id="{56FD1663-618A-7BEE-2F61-7BB29D3ED1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5431" y="3539702"/>
            <a:ext cx="3134857" cy="2637261"/>
          </a:xfrm>
          <a:prstGeom prst="rect">
            <a:avLst/>
          </a:prstGeom>
        </p:spPr>
      </p:pic>
      <p:pic>
        <p:nvPicPr>
          <p:cNvPr id="12" name="Obraz 11" descr="Obraz zawierający rysowanie, szkic, zabawka, kreskówka&#10;&#10;Zawartość wygenerowana przez AI może być niepoprawna.">
            <a:extLst>
              <a:ext uri="{FF2B5EF4-FFF2-40B4-BE49-F238E27FC236}">
                <a16:creationId xmlns:a16="http://schemas.microsoft.com/office/drawing/2014/main" id="{282666E8-F120-1CF6-4371-DBDEBA1F8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7331" y="2789135"/>
            <a:ext cx="4005707" cy="3826079"/>
          </a:xfrm>
          <a:prstGeom prst="rect">
            <a:avLst/>
          </a:prstGeom>
        </p:spPr>
      </p:pic>
      <p:pic>
        <p:nvPicPr>
          <p:cNvPr id="14" name="Obraz 13">
            <a:extLst>
              <a:ext uri="{FF2B5EF4-FFF2-40B4-BE49-F238E27FC236}">
                <a16:creationId xmlns:a16="http://schemas.microsoft.com/office/drawing/2014/main" id="{1EE6F8FE-7F7F-7233-51F4-CE8B6B80BA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3755" y="1624804"/>
            <a:ext cx="5582131" cy="4351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378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8335D9D-7DFD-381C-A558-35651D9C9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5" name="Symbol zastępczy zawartości 4" descr="Obraz zawierający szkic, rysowanie, diagram, sztuka&#10;&#10;Zawartość wygenerowana przez AI może być niepoprawna.">
            <a:extLst>
              <a:ext uri="{FF2B5EF4-FFF2-40B4-BE49-F238E27FC236}">
                <a16:creationId xmlns:a16="http://schemas.microsoft.com/office/drawing/2014/main" id="{712C3656-09F5-F910-E0B4-64BB6A1E61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5151" y="1073118"/>
            <a:ext cx="2844686" cy="4351338"/>
          </a:xfrm>
          <a:prstGeom prst="rect">
            <a:avLst/>
          </a:prstGeom>
        </p:spPr>
      </p:pic>
      <p:pic>
        <p:nvPicPr>
          <p:cNvPr id="7" name="Obraz 6" descr="Obraz zawierający szkic, rysowanie, sztuka, Sztuka dziecięca&#10;&#10;Zawartość wygenerowana przez AI może być niepoprawna.">
            <a:extLst>
              <a:ext uri="{FF2B5EF4-FFF2-40B4-BE49-F238E27FC236}">
                <a16:creationId xmlns:a16="http://schemas.microsoft.com/office/drawing/2014/main" id="{6FB91F14-4FBA-A360-83F4-B9E217C74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9959" y="796099"/>
            <a:ext cx="3736408" cy="4724400"/>
          </a:xfrm>
          <a:prstGeom prst="rect">
            <a:avLst/>
          </a:prstGeom>
        </p:spPr>
      </p:pic>
      <p:pic>
        <p:nvPicPr>
          <p:cNvPr id="9" name="Obraz 8" descr="Obraz zawierający szkic, rysowanie, sztuka, ilustracja&#10;&#10;Zawartość wygenerowana przez AI może być niepoprawna.">
            <a:extLst>
              <a:ext uri="{FF2B5EF4-FFF2-40B4-BE49-F238E27FC236}">
                <a16:creationId xmlns:a16="http://schemas.microsoft.com/office/drawing/2014/main" id="{3B4DB0E8-0608-A92C-14EC-DBD6CCAA7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796099"/>
            <a:ext cx="3224072" cy="4905375"/>
          </a:xfrm>
          <a:prstGeom prst="rect">
            <a:avLst/>
          </a:prstGeom>
        </p:spPr>
      </p:pic>
      <p:pic>
        <p:nvPicPr>
          <p:cNvPr id="11" name="Obraz 10" descr="Obraz zawierający rysowanie, szkic, clipart, Sztuka dziecięca&#10;&#10;Zawartość wygenerowana przez AI może być niepoprawna.">
            <a:extLst>
              <a:ext uri="{FF2B5EF4-FFF2-40B4-BE49-F238E27FC236}">
                <a16:creationId xmlns:a16="http://schemas.microsoft.com/office/drawing/2014/main" id="{C9E95590-3155-B517-1C2F-D7043EF15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323" y="1622028"/>
            <a:ext cx="3100241" cy="3613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738640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30</Words>
  <Application>Microsoft Office PowerPoint</Application>
  <PresentationFormat>Panoramiczny</PresentationFormat>
  <Paragraphs>9</Paragraphs>
  <Slides>4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Motyw pakietu Office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Piotr Zając</dc:creator>
  <cp:lastModifiedBy>Piotr Zając</cp:lastModifiedBy>
  <cp:revision>4</cp:revision>
  <dcterms:created xsi:type="dcterms:W3CDTF">2025-12-16T13:59:13Z</dcterms:created>
  <dcterms:modified xsi:type="dcterms:W3CDTF">2025-12-17T08:55:49Z</dcterms:modified>
</cp:coreProperties>
</file>